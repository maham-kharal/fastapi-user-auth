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Illustrative Renewable Capacity (GW)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Capacity (GW)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480</c:v>
                </c:pt>
                <c:pt idx="1">
                  <c:v>550</c:v>
                </c:pt>
                <c:pt idx="2">
                  <c:v>640</c:v>
                </c:pt>
                <c:pt idx="3">
                  <c:v>740</c:v>
                </c:pt>
                <c:pt idx="4">
                  <c:v>860</c:v>
                </c:pt>
                <c:pt idx="5">
                  <c:v>1010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Energy: A Quick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sample deck created for file-size testing purposes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What Counts as Renewable Energy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</a:rPr>
              <a:t>Solar power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2222"/>
                </a:solidFill>
              </a:rPr>
              <a:t>Converts sunlight directly into electricity using photovoltaic cells.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</a:rPr>
              <a:t>Wind power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2222"/>
                </a:solidFill>
              </a:rPr>
              <a:t>Uses turbines to convert kinetic energy from moving air into electricity.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</a:rPr>
              <a:t>Hydropower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2222"/>
                </a:solidFill>
              </a:rPr>
              <a:t>Generates electricity from the movement of water, typically through dams.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</a:rPr>
              <a:t>Geothermal energy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Draws heat from beneath the Earth's surface to generate power or heating.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Global Renewable Capacity Growth (illustrative)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188720"/>
          <a:ext cx="1033272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Appendix: Padding Slides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The following slides contain randomized image data included only to reach the requested file size for testing. They carry no informational content.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adding_images/pad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124712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adding_images/pad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124712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adding_images/pad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124712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adding_images/pad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124712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padding_images/pad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1247120" cy="6126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2026-07-28T03:09:34Z</dcterms:created>
  <dcterms:modified xsi:type="dcterms:W3CDTF">2026-07-28T03:09:34Z</dcterms:modified>
</cp:coreProperties>
</file>